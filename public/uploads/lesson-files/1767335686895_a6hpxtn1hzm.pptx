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Website Updates - Redant Labs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of Recent Changes</a:t>
            </a:r>
          </a:p>
          <a:p>
            <a:r>
              <a:t>Date: June 27, 2025</a:t>
            </a:r>
          </a:p>
          <a:p>
            <a:r>
              <a:t>Presented by: Shiyam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Improve user experience</a:t>
            </a:r>
          </a:p>
          <a:p>
            <a:pPr/>
            <a:r>
              <a:t>Enhance mobile responsiveness</a:t>
            </a:r>
          </a:p>
          <a:p>
            <a:pPr/>
            <a:r>
              <a:t>Enable dynamic admin control</a:t>
            </a:r>
          </a:p>
          <a:p>
            <a:pPr/>
            <a:r>
              <a:t>Optimize for SEO and functionality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Responsive banner layout updated for mobile</a:t>
            </a:r>
          </a:p>
          <a:p>
            <a:pPr/>
            <a:r>
              <a:t>Dynamic footer and header integrated using MySQL</a:t>
            </a:r>
          </a:p>
          <a:p>
            <a:pPr/>
            <a:r>
              <a:t>Admin panel created for About, Services, Technology Stack</a:t>
            </a:r>
          </a:p>
          <a:p>
            <a:pPr/>
            <a:r>
              <a:t>PHPMailer integrated in Contact Form</a:t>
            </a:r>
          </a:p>
          <a:p>
            <a:pPr/>
            <a:r>
              <a:t>Resume upload supported in Job Application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&amp; After – Banner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Left: Old static banner</a:t>
            </a:r>
          </a:p>
          <a:p>
            <a:r>
              <a:t>Right: New responsive banner with mobile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Header and footer now pulled from database</a:t>
            </a:r>
          </a:p>
          <a:p>
            <a:pPr/>
            <a:r>
              <a:t>Easier updates from admin panel without coding</a:t>
            </a:r>
          </a:p>
          <a:p>
            <a:pPr/>
            <a:r>
              <a:t>Clean database-driven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Panel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Forms for managing About Company, Services, and Tech Stack</a:t>
            </a:r>
          </a:p>
          <a:p>
            <a:pPr/>
            <a:r>
              <a:t>AJAX &amp; Bootstrap-based UI</a:t>
            </a:r>
          </a:p>
          <a:p>
            <a:pPr/>
            <a:r>
              <a:t>Database-driven dynamic content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 Updated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Contact form with PHPMailer + MySQL integration</a:t>
            </a:r>
          </a:p>
          <a:p>
            <a:pPr/>
            <a:r>
              <a:t>Job form includes resume upload feature</a:t>
            </a:r>
          </a:p>
          <a:p>
            <a:pPr/>
            <a:r>
              <a:t>All forms validated using AJAX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PHP, MySQL, AJAX, jQuery, Bootstrap</a:t>
            </a:r>
          </a:p>
          <a:p>
            <a:pPr/>
            <a:r>
              <a:t>PHPMailer for email functionality</a:t>
            </a:r>
          </a:p>
          <a:p>
            <a:pPr/>
            <a:r>
              <a:t>Modular structure for future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Easier admin content management</a:t>
            </a:r>
          </a:p>
          <a:p>
            <a:pPr/>
            <a:r>
              <a:t>Improved mobile responsiveness</a:t>
            </a:r>
          </a:p>
          <a:p>
            <a:pPr/>
            <a:r>
              <a:t>Modern UI and faster load times</a:t>
            </a:r>
          </a:p>
          <a:p>
            <a:pPr/>
            <a:r>
              <a:t>Reduced developer maintenance effort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blogging feature</a:t>
            </a:r>
          </a:p>
          <a:p>
            <a:pPr/>
            <a:r>
              <a:t>Include analytics dashboard</a:t>
            </a:r>
          </a:p>
          <a:p>
            <a:pPr/>
            <a:r>
              <a:t>Support for multi-language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Any questions?</a:t>
            </a:r>
          </a:p>
          <a:p>
            <a:r>
              <a:t>Visit: https://yourwebsite.com</a:t>
            </a:r>
          </a:p>
          <a:p>
            <a:r>
              <a:t>Email: contact@yourwebsite.com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